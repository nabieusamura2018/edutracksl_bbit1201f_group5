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18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822960" cy="8229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854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4 - QUALITY EDUCATION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1945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EduTrack SL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Resource and Attendance Tracking System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attendance, performance, and school-parent communication.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24085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Parents, and Administrators, each with role-based access.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170" y="24085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45820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Sierra Leonean schools currently reliant on paper records.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Sierra Leonean schools still rely on manual, paper-based attendance and performance records.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 are time-consuming, vulnerable to loss, and prone to human error.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ICT availability creates an opportunity to modernise school administration.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was conceived to provide an integrated digital platform for these needs.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2194560"/>
            <a:ext cx="914400" cy="91440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4323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Records Today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955280" y="37947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registers, scattered mark sheets, and limited parent visibility into student progress.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88720" cy="118872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22930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65960"/>
            <a:ext cx="9418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and academic record processes make it difficult to monitor student progress or identify absenteeism trends.</a:t>
            </a:r>
            <a:endParaRPr lang="en-US" sz="1900" dirty="0"/>
          </a:p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have limited visibility into their children's attendance and performance.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struggle to consolidate information across multiple classes, reducing efficiency and informed decision-making.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136245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OF THE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3200400"/>
            <a:ext cx="9235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design and develop EduTrack SL - a School Resource and Attendance Tracking System that improves attendance monitoring, academic performance management, and communication between schools and parents.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student attendance management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24028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19202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tools for recording academic performance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3375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communication between schools and parents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65760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333756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 through reporting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7492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75488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centralised educational records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7548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5074920"/>
            <a:ext cx="548640" cy="548640"/>
          </a:xfrm>
          <a:prstGeom prst="ellipse">
            <a:avLst/>
          </a:prstGeom>
          <a:solidFill>
            <a:srgbClr val="B8912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6600" y="475488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administrators with monitoring capabilities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1111910"/>
            <a:ext cx="702259" cy="70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822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4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2487168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11064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19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EduTrack SL supports SDG 4 by: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effective educational management and administration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school-parent communication and engagement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early intervention for attendance or academic challenges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improved learning outcomes in Sierra Leone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- Agile SDLC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157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783080" y="3017520"/>
            <a:ext cx="621792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04872" y="2377440"/>
            <a:ext cx="1280160" cy="12801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715768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84832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685032" y="3017520"/>
            <a:ext cx="621792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06824" y="237744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2715768"/>
            <a:ext cx="603504" cy="6035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86784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586984" y="3017520"/>
            <a:ext cx="621792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08776" y="2377440"/>
            <a:ext cx="1280160" cy="12801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715768"/>
            <a:ext cx="603504" cy="6035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88736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488936" y="3017520"/>
            <a:ext cx="621792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110728" y="237744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2715768"/>
            <a:ext cx="603504" cy="6035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90688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390888" y="3017520"/>
            <a:ext cx="621792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0012680" y="2377440"/>
            <a:ext cx="1280160" cy="12801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1008" y="2715768"/>
            <a:ext cx="603504" cy="60350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69264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Agile approach allowed continuous refinement of requirements and design across each sprint, incorporating stakeholder feedback throughout.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Analysis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566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Login, Password 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attendance, history, analytics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scores, report cards, history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students, teachers, profiles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Attendance, performance, school-wide analytics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2134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45920" y="23774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distinct experiences for Teachers, Parents, Administrators.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920240"/>
            <a:ext cx="822960" cy="8229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890" y="213421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Centralised Records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23760" y="23774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attendance and performance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822960" cy="8229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50" y="428305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Reports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45920" y="4526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 and performance insights on demand.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4069080"/>
            <a:ext cx="822960" cy="82296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890" y="4283050"/>
            <a:ext cx="395021" cy="3950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4023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&amp; Web Access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223760" y="4526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wherever teachers and parents need it.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- Three-Tier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0116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777" y="22375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743200" y="2395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interfaces and dashboards for all three roles.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3337560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2E3A8C"/>
          </a:solidFill>
          <a:ln/>
        </p:spPr>
      </p:sp>
      <p:sp>
        <p:nvSpPr>
          <p:cNvPr id="10" name="Shape 7"/>
          <p:cNvSpPr/>
          <p:nvPr/>
        </p:nvSpPr>
        <p:spPr>
          <a:xfrm>
            <a:off x="1645920" y="352044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777" y="37462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743200" y="390448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validation, and access control.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371600" y="4846320"/>
            <a:ext cx="9418320" cy="1234440"/>
          </a:xfrm>
          <a:prstGeom prst="roundRect">
            <a:avLst>
              <a:gd name="adj" fmla="val 7407"/>
            </a:avLst>
          </a:prstGeom>
          <a:solidFill>
            <a:srgbClr val="B8912F"/>
          </a:solidFill>
          <a:ln/>
        </p:spPr>
      </p:sp>
      <p:sp>
        <p:nvSpPr>
          <p:cNvPr id="15" name="Shape 11"/>
          <p:cNvSpPr/>
          <p:nvPr/>
        </p:nvSpPr>
        <p:spPr>
          <a:xfrm>
            <a:off x="1645920" y="50292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777" y="52550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43200" y="4956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743200" y="54132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and retrieval of all records.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ACROSS 3 MODULES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7373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322" y="19394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6360" y="17190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Module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66360" y="21214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Attendance, Grading, Class Roster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32461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322" y="34482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Module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166360" y="36301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Child Attendance, Child Performance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06240" y="47548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322" y="495696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66360" y="4736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 Module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166360" y="51389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Student &amp; Teacher Mgmt, Reports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202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class &amp; attendance summary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 with bulk marking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Grading with auto-calculated grades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Roster with per-student history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88720" cy="118872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202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multi-child selector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Attendance with calendar-style history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Academic Performance by subject &amp; term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on key updates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88720" cy="1188720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920240"/>
            <a:ext cx="9418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school-wide summary &amp; alerts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Management: add, edit, re-assign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Management: accounts &amp; class assignment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with export options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EIGHT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20240"/>
          <a:ext cx="1033272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Recording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Recording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Benefits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542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6334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attendance and grading tools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24542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3800" y="26334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of student progress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30" y="44659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60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6451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management and reporting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519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490" y="44659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160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3800" y="46451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monitoring and support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85800" cy="68580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1899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057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design consistency across three team members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3291840"/>
            <a:ext cx="685800" cy="68580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4701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depth of functionality against semester time constraints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31520" y="4572000"/>
            <a:ext cx="685800" cy="68580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75030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4617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usability for users with limited digital literacy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Integration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B8912F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23271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Multi-School Support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38160" y="19202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836676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3271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8972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Attendance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B8912F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1559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37490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43400" y="374904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0" y="39776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415594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7490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Ministry of Education Integration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822960"/>
            <a:ext cx="1188720" cy="1188720"/>
          </a:xfrm>
          <a:prstGeom prst="ellipse">
            <a:avLst/>
          </a:prstGeom>
          <a:solidFill>
            <a:srgbClr val="B8912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113202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EduTrack SL provides a practical digital solution for improving attendance tracking, academic performance management, and communication within Sierra Leonean schools - supporting SDG 4 and laying a foundation for future implementation.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 SL  |  Group 10  |  PROG102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89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ANSWERS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-  EduTrack SL, Group 10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Macintosh PowerPoint</Application>
  <PresentationFormat>Widescreen</PresentationFormat>
  <Paragraphs>222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SL - Final Presentation</dc:title>
  <dc:subject>PptxGenJS Presentation</dc:subject>
  <dc:creator>Group 10</dc:creator>
  <cp:lastModifiedBy>winstonmandotucker@gmail.com</cp:lastModifiedBy>
  <cp:revision>2</cp:revision>
  <dcterms:created xsi:type="dcterms:W3CDTF">2026-07-01T11:06:14Z</dcterms:created>
  <dcterms:modified xsi:type="dcterms:W3CDTF">2026-07-01T11:31:12Z</dcterms:modified>
</cp:coreProperties>
</file>